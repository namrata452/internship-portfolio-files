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sldIdLst>
    <p:sldId id="573" r:id="rId2"/>
  </p:sldIdLst>
  <p:sldSz cx="10688638" cy="7562850"/>
  <p:notesSz cx="6805613" cy="99441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5646" autoAdjust="0"/>
  </p:normalViewPr>
  <p:slideViewPr>
    <p:cSldViewPr snapToGrid="0" snapToObjects="1">
      <p:cViewPr varScale="1">
        <p:scale>
          <a:sx n="107" d="100"/>
          <a:sy n="107" d="100"/>
        </p:scale>
        <p:origin x="2320" y="168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9/4/20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tmp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tags" Target="../tags/tag4.xml"/><Relationship Id="rId30" Type="http://schemas.openxmlformats.org/officeDocument/2006/relationships/tags" Target="../tags/tag5.xml"/><Relationship Id="rId31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Illustrative DCF analysis for Happy Hour Co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95528" y="1044458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DCF valuation based on management projections and conservative outside‑in assumptions</a:t>
            </a:r>
          </a:p>
          <a:p>
            <a:r>
              <a:t>• Enterprise Value estimated using a perpetuity growth approach</a:t>
            </a:r>
          </a:p>
          <a:p>
            <a:r>
              <a:t>• Key drivers: revenue growth, operating leverage, and disciplined capex</a:t>
            </a:r>
          </a:p>
          <a:p>
            <a:r>
              <a:t>• Valuation most sensitive to WACC and terminal growth rate</a:t>
            </a:r>
          </a:p>
        </p:txBody>
      </p:sp>
      <p:sp>
        <p:nvSpPr>
          <p:cNvPr id="12" name="Subtitle 12"/>
          <p:cNvSpPr txBox="1">
            <a:spLocks/>
          </p:cNvSpPr>
          <p:nvPr/>
        </p:nvSpPr>
        <p:spPr>
          <a:xfrm>
            <a:off x="795528" y="5344204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Net present value based on perpetuity growth method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23560" y="5610557"/>
            <a:ext cx="4279392" cy="1523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GB" sz="900" b="1" dirty="0"/>
              <a:t>Sensitising firm value ($m) and implied offer price to WACC and TGR</a:t>
            </a:r>
            <a:endParaRPr lang="en-GB" sz="900" b="1" dirty="0">
              <a:latin typeface="Arial"/>
            </a:endParaRP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823702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t>Source: Company Business Plan (Jan 2020); Equity Research; Illustrative DCF Analysis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3180560" y="1312862"/>
            <a:ext cx="2772565" cy="4001415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Management estimates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6019800" y="1312861"/>
            <a:ext cx="3883158" cy="4001415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2"/>
                </a:solidFill>
              </a:rPr>
              <a:t>J.P. Morgan outside-in extrapolation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1899878" y="143032"/>
            <a:ext cx="1544180" cy="216293"/>
            <a:chOff x="814747" y="114751"/>
            <a:chExt cx="1544180" cy="216293"/>
          </a:xfrm>
        </p:grpSpPr>
        <p:sp>
          <p:nvSpPr>
            <p:cNvPr id="18" name="Rectangle 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814747" y="114751"/>
              <a:ext cx="771191" cy="2162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dirty="0"/>
                <a:t>Broker case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1587736" y="114751"/>
              <a:ext cx="771191" cy="216293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b="1" dirty="0">
                  <a:solidFill>
                    <a:schemeClr val="bg1"/>
                  </a:solidFill>
                </a:rPr>
                <a:t>Management case</a:t>
              </a:r>
            </a:p>
          </p:txBody>
        </p:sp>
      </p:grp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9606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PITCHPROSLIDE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3"/>
  <p:tag name="PRESENTATIONID" val="79c24579-ffe3-47dc-b441-3922fa2442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16003</TotalTime>
  <Words>66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Symbol</vt:lpstr>
      <vt:lpstr>Wingdings</vt:lpstr>
      <vt:lpstr>PP+ UnifiedGIB - A4</vt:lpstr>
      <vt:lpstr>Illustrative DCF analysis for Happy Hour Co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Isabelle Chamberlain</cp:lastModifiedBy>
  <cp:revision>865</cp:revision>
  <cp:lastPrinted>2020-01-28T09:55:08Z</cp:lastPrinted>
  <dcterms:created xsi:type="dcterms:W3CDTF">2015-06-19T14:55:37Z</dcterms:created>
  <dcterms:modified xsi:type="dcterms:W3CDTF">2020-09-04T00:44:55Z</dcterms:modified>
</cp:coreProperties>
</file>